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HelaTax: AI-Powered Tax Assistant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Demystifying Tax Compliance for the Kenyan Digital Economy</a:t>
            </a:r>
          </a:p>
          <a:p/>
          <a:p>
            <a:r>
              <a:t>Presenter: Mateli Boniface Kioko</a:t>
            </a:r>
          </a:p>
          <a:p>
            <a:r>
              <a:t>Course: IGS 4101 – Capstone Project</a:t>
            </a:r>
          </a:p>
          <a:p>
            <a:r>
              <a:t>Institution: Dedan Kimathi University of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Taxation is the backbone of Kenya’s economy</a:t>
            </a:r>
          </a:p>
          <a:p>
            <a:r>
              <a:t>• Compliance remains a major challenge</a:t>
            </a:r>
          </a:p>
          <a:p>
            <a:r>
              <a:t>• KRA iTax is powerful but complex</a:t>
            </a:r>
          </a:p>
          <a:p>
            <a:r>
              <a:t>• Errors lead to penalties and frustration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Compliance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Complex tax laws</a:t>
            </a:r>
          </a:p>
          <a:p>
            <a:r>
              <a:t>• Fear of making errors</a:t>
            </a:r>
          </a:p>
          <a:p>
            <a:r>
              <a:t>• High cost of professional help</a:t>
            </a:r>
          </a:p>
          <a:p>
            <a:r>
              <a:t>• Penalties and clearance issues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Introducing HelaTax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AI-driven digital tax assistant</a:t>
            </a:r>
          </a:p>
          <a:p>
            <a:r>
              <a:t>• User-first approach</a:t>
            </a:r>
          </a:p>
          <a:p>
            <a:r>
              <a:t>• Simplifies complex tax processes</a:t>
            </a:r>
          </a:p>
          <a:p>
            <a:r>
              <a:t>• Powered by Natural Language Processing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AI-powered tax guidance</a:t>
            </a:r>
          </a:p>
          <a:p>
            <a:r>
              <a:t>• Automated tax calculations</a:t>
            </a:r>
          </a:p>
          <a:p>
            <a:r>
              <a:t>• Filing deadline reminders</a:t>
            </a:r>
          </a:p>
          <a:p>
            <a:r>
              <a:t>• Intelligent document parsing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Frontend: React.js</a:t>
            </a:r>
          </a:p>
          <a:p>
            <a:r>
              <a:t>• Backend: Node.js</a:t>
            </a:r>
          </a:p>
          <a:p>
            <a:r>
              <a:t>• Database: MongoDB</a:t>
            </a:r>
          </a:p>
          <a:p>
            <a:r>
              <a:t>• AI Engine: Python</a:t>
            </a:r>
          </a:p>
          <a:p>
            <a:r>
              <a:t>• Secure encrypted data handling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Secure user registration</a:t>
            </a:r>
          </a:p>
          <a:p>
            <a:r>
              <a:t>2. Upload P9 or manual entry</a:t>
            </a:r>
          </a:p>
          <a:p>
            <a:r>
              <a:t>3. AI-driven processing</a:t>
            </a:r>
          </a:p>
          <a:p>
            <a:r>
              <a:t>4. Ready-to-file summary</a:t>
            </a:r>
          </a:p>
          <a:p>
            <a:r>
              <a:t>5. Guided filing process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on Society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Improved financial literacy</a:t>
            </a:r>
          </a:p>
          <a:p>
            <a:r>
              <a:t>• Reduced penalties</a:t>
            </a:r>
          </a:p>
          <a:p>
            <a:r>
              <a:t>• SME empowerment</a:t>
            </a:r>
          </a:p>
          <a:p>
            <a:r>
              <a:t>• Increased tax compliance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Mobile application</a:t>
            </a:r>
          </a:p>
          <a:p>
            <a:r>
              <a:t>• USSD-based access</a:t>
            </a:r>
          </a:p>
          <a:p>
            <a:r>
              <a:t>• Direct KRA API integration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 simplifies tax compliance</a:t>
            </a:r>
          </a:p>
          <a:p>
            <a:r>
              <a:t>• Empowers citizens economically</a:t>
            </a:r>
          </a:p>
          <a:p>
            <a:r>
              <a:t>• Technology serving society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
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sz="3200" b="1"/>
            </a:br>
            <a:r>
              <a:rPr sz="3200" b="1"/>
              <a:t>Digital Ubuntu: Harmonizing African Culture with Software Engineering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Connecting Communal Values to Business Information Technology (BBIT)</a:t>
            </a:r>
          </a:p>
          <a:p>
            <a:r>
              <a:t>Presenter: Mateli Boniface Kioko</a:t>
            </a:r>
          </a:p>
          <a:p>
            <a:r>
              <a:t>Institution: Dedan Kimathi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What is Ubuntu?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Philosophy: “I am because we are.”</a:t>
            </a:r>
          </a:p>
          <a:p>
            <a:r>
              <a:t>Core Values: Collaboration, shared responsibility, communal success.</a:t>
            </a:r>
          </a:p>
          <a:p>
            <a:r>
              <a:t>Question: How does a philosophy from traditional African villages apply to high‑tech cloud servers and 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The World of DevOps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BBIT Focus: Bridging business needs and technical solutions.</a:t>
            </a:r>
          </a:p>
          <a:p>
            <a:r>
              <a:t>DevOps: A culture of collaboration between Development and Operations.</a:t>
            </a:r>
          </a:p>
          <a:p>
            <a:r>
              <a:t>Key Pillars: Automation, Continuous Integration, Shared Ownership.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Silos vs. Community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Developers and Operations often worked in isolation (silos).</a:t>
            </a:r>
          </a:p>
          <a:p>
            <a:r>
              <a:t>Impact: Increased system failures and blame culture.</a:t>
            </a:r>
          </a:p>
          <a:p>
            <a:r>
              <a:t>Ubuntu Solution: Shared responsibility for the entire system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Agile Methodology &amp; the Spirit of Mwethya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Agile: Team</a:t>
            </a:r>
            <a:r>
              <a:rPr lang="en-US"/>
              <a:t>-</a:t>
            </a:r>
            <a:r>
              <a:t>based, iterative software development.</a:t>
            </a:r>
          </a:p>
          <a:p>
            <a:r>
              <a:t>Mwethya: Akamba tradition of collective labor.</a:t>
            </a:r>
          </a:p>
          <a:p>
            <a:r>
              <a:t>Connection: Daily stand</a:t>
            </a:r>
            <a:r>
              <a:rPr lang="en-US"/>
              <a:t>-</a:t>
            </a:r>
            <a:r>
              <a:t>ups resemble village councils ensuring alignment.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Open Source Software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and GitHub are built on shared knowledge.</a:t>
            </a:r>
          </a:p>
          <a:p>
            <a:r>
              <a:t>Contributing code is practicing Digital Ubuntu.</a:t>
            </a:r>
          </a:p>
          <a:p>
            <a:r>
              <a:t>Quote: “If I am a better developer, it is because I stand on the code of millions.”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User</a:t>
            </a:r>
            <a:r>
              <a:rPr lang="en-US" sz="3200" b="1"/>
              <a:t>-</a:t>
            </a:r>
            <a:r>
              <a:rPr sz="3200" b="1"/>
              <a:t>Centric Design as Social Responsibility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BBIT focuses on solving real business problems.</a:t>
            </a:r>
          </a:p>
          <a:p>
            <a:r>
              <a:t>Ubuntu Logic: A system succeeds only if users are empowered.</a:t>
            </a:r>
          </a:p>
          <a:p>
            <a:r>
              <a:t>Example: HelaTax helps the Kenyan mwananchi navigate complex tax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Mentorship in the Tech Ecosystem</a:t>
            </a:r>
            <a:endParaRPr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Tradition: Elders mentor the youth.</a:t>
            </a:r>
          </a:p>
          <a:p>
            <a:r>
              <a:t>Tech Parallel: Senior Engineers mentor Juniors.</a:t>
            </a:r>
          </a:p>
          <a:p>
            <a:r>
              <a:t>Ubuntu Principle: Success is helping others grow into peers.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The Importance of Gender Diversity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history includes powerful women leaders and traders.</a:t>
            </a:r>
          </a:p>
          <a:p>
            <a:r>
              <a:t>Diverse tech teams build more stable and logical systems.</a:t>
            </a:r>
          </a:p>
          <a:p>
            <a:r>
              <a:t>Goal: An industry where daughters and sons rise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Summary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is a tool; people are the heartbeat.</a:t>
            </a:r>
          </a:p>
          <a:p>
            <a:r>
              <a:t>African developers should lead with African values.</a:t>
            </a:r>
          </a:p>
          <a:p>
            <a:r>
              <a:t>Ubuntu in BBIT creates resilient, inclusive, human</a:t>
            </a:r>
            <a:r>
              <a:rPr lang="en-US"/>
              <a:t>-</a:t>
            </a:r>
            <a:r>
              <a:t>centered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</Words>
  <Application>WPS Presentation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 Digital Ubuntu: Harmonizing African Culture with Software Engineering</vt:lpstr>
      <vt:lpstr>What is Ubuntu?</vt:lpstr>
      <vt:lpstr>The World of DevOps</vt:lpstr>
      <vt:lpstr>Silos vs. Community</vt:lpstr>
      <vt:lpstr>Agile Methodology &amp; the Spirit of Mwethya</vt:lpstr>
      <vt:lpstr>Open Source Software</vt:lpstr>
      <vt:lpstr>User‑Centric Design as Social Responsibility</vt:lpstr>
      <vt:lpstr>Mentorship in the Tech Ecosystem</vt:lpstr>
      <vt:lpstr>The Importance of Gender Diversity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3</cp:revision>
  <dcterms:created xsi:type="dcterms:W3CDTF">2013-01-27T09:14:00Z</dcterms:created>
  <dcterms:modified xsi:type="dcterms:W3CDTF">2026-01-23T12:50:23Z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41FFAF1A59B945EBB5C349F61FF76855_12</vt:lpwstr>
  </property>
  <property fmtid="{D5CDD505-2E9C-101B-9397-08002B2CF9AE}" pid="3" name="KSOProductBuildVer">
    <vt:lpwstr>1033-12.2.0.23196</vt:lpwstr>
  </property>
</Properties>
</file>
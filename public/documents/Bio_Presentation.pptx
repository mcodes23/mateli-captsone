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Algorithm of Resilience: From the Mud to the Cloud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/>
              <a:t>An Autobiographical Journey of Survival, Failure, and Reconstruction</a:t>
            </a:r>
            <a:endParaRPr sz="2800"/>
          </a:p>
          <a:p>
            <a:endParaRPr sz="2800"/>
          </a:p>
          <a:p>
            <a:r>
              <a:rPr sz="2800"/>
              <a:t>Mateli Boniface Kioko</a:t>
            </a:r>
            <a:endParaRPr sz="2800"/>
          </a:p>
          <a:p>
            <a:r>
              <a:rPr sz="2800"/>
              <a:t>Bachelor of Business Information Technology (BBIT)</a:t>
            </a:r>
            <a:endParaRPr sz="2800"/>
          </a:p>
          <a:p>
            <a:r>
              <a:rPr sz="2800"/>
              <a:t>Dedan Kimathi University of Technology</a:t>
            </a:r>
            <a:endParaRPr sz="2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Source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800"/>
              <a:t>Current Status:</a:t>
            </a:r>
            <a:endParaRPr sz="2800"/>
          </a:p>
          <a:p>
            <a:r>
              <a:rPr sz="2800"/>
              <a:t>- Fourth-year BBIT student at DeKUT</a:t>
            </a:r>
            <a:endParaRPr sz="2800"/>
          </a:p>
          <a:p>
            <a:r>
              <a:rPr sz="2800"/>
              <a:t>- Linux enthusiast and aspiring DevOps Engineer</a:t>
            </a:r>
            <a:endParaRPr sz="2800"/>
          </a:p>
          <a:p>
            <a:endParaRPr sz="2800"/>
          </a:p>
          <a:p>
            <a:r>
              <a:rPr sz="2800"/>
              <a:t>Origins:</a:t>
            </a:r>
            <a:endParaRPr sz="2800"/>
          </a:p>
          <a:p>
            <a:r>
              <a:rPr sz="2800"/>
              <a:t>- Born and raised in Laini Saba, Kibra</a:t>
            </a:r>
            <a:endParaRPr sz="2800"/>
          </a:p>
          <a:p>
            <a:endParaRPr sz="2800"/>
          </a:p>
          <a:p>
            <a:r>
              <a:rPr sz="2800"/>
              <a:t>Core Idea:</a:t>
            </a:r>
            <a:endParaRPr sz="2800"/>
          </a:p>
          <a:p>
            <a:r>
              <a:rPr sz="2800"/>
              <a:t>- Geography shapes probability, not destiny</a:t>
            </a:r>
            <a:endParaRPr sz="2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System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400"/>
              <a:t>Resilience:</a:t>
            </a:r>
            <a:endParaRPr sz="2400"/>
          </a:p>
          <a:p>
            <a:r>
              <a:rPr sz="2400"/>
              <a:t>- Survival required discipline, consistency, and adaptability</a:t>
            </a:r>
            <a:endParaRPr sz="2400"/>
          </a:p>
          <a:p>
            <a:endParaRPr sz="2400"/>
          </a:p>
          <a:p>
            <a:r>
              <a:rPr sz="2400"/>
              <a:t>Grace:</a:t>
            </a:r>
            <a:endParaRPr sz="2400"/>
          </a:p>
          <a:p>
            <a:r>
              <a:rPr sz="2400"/>
              <a:t>- Sponsorship by Manager Ken made education possible</a:t>
            </a:r>
            <a:endParaRPr sz="2400"/>
          </a:p>
          <a:p>
            <a:endParaRPr sz="2400"/>
          </a:p>
          <a:p>
            <a:r>
              <a:rPr sz="2400"/>
              <a:t>Focus:</a:t>
            </a:r>
            <a:endParaRPr sz="2400"/>
          </a:p>
          <a:p>
            <a:r>
              <a:rPr sz="2400"/>
              <a:t>- Talent without discipline nearly destroyed my future</a:t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Early Environment (Input)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800"/>
              <a:t>Physical Setting:</a:t>
            </a:r>
            <a:endParaRPr sz="2800"/>
          </a:p>
          <a:p>
            <a:r>
              <a:rPr sz="2800"/>
              <a:t>- Mud house, overcrowding, constant noise, insecurity</a:t>
            </a:r>
            <a:endParaRPr sz="2800"/>
          </a:p>
          <a:p>
            <a:endParaRPr sz="2800"/>
          </a:p>
          <a:p>
            <a:r>
              <a:rPr sz="2800"/>
              <a:t>Family Context:</a:t>
            </a:r>
            <a:endParaRPr sz="2800"/>
          </a:p>
          <a:p>
            <a:r>
              <a:rPr sz="2800"/>
              <a:t>- Raised by a single mother, a private school teacher</a:t>
            </a:r>
            <a:endParaRPr sz="2800"/>
          </a:p>
          <a:p>
            <a:endParaRPr sz="2800"/>
          </a:p>
          <a:p>
            <a:r>
              <a:rPr sz="2800"/>
              <a:t>Moral Foundation:</a:t>
            </a:r>
            <a:endParaRPr sz="2800"/>
          </a:p>
          <a:p>
            <a:r>
              <a:rPr sz="2800"/>
              <a:t>- Church provided structure and protection</a:t>
            </a:r>
            <a:endParaRPr sz="2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Dependencies (My Heroes)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400"/>
              <a:t>Mother:</a:t>
            </a:r>
            <a:endParaRPr sz="2400"/>
          </a:p>
          <a:p>
            <a:r>
              <a:rPr sz="2400"/>
              <a:t>- Moral architect and emotional backbone</a:t>
            </a:r>
            <a:endParaRPr sz="2400"/>
          </a:p>
          <a:p>
            <a:endParaRPr sz="2400"/>
          </a:p>
          <a:p>
            <a:r>
              <a:rPr sz="2400"/>
              <a:t>Simon (Eldest Brother):</a:t>
            </a:r>
            <a:endParaRPr sz="2400"/>
          </a:p>
          <a:p>
            <a:r>
              <a:rPr sz="2400"/>
              <a:t>- Model of responsibility and leadership</a:t>
            </a:r>
            <a:endParaRPr sz="2400"/>
          </a:p>
          <a:p>
            <a:endParaRPr sz="2400"/>
          </a:p>
          <a:p>
            <a:r>
              <a:rPr sz="2400"/>
              <a:t>Erick (Second Brother):</a:t>
            </a:r>
            <a:endParaRPr sz="2400"/>
          </a:p>
          <a:p>
            <a:r>
              <a:rPr sz="2400"/>
              <a:t>- Embodiment of grit and perseverance</a:t>
            </a:r>
            <a:endParaRPr sz="2400"/>
          </a:p>
          <a:p>
            <a:endParaRPr sz="2400"/>
          </a:p>
          <a:p>
            <a:r>
              <a:rPr sz="2400"/>
              <a:t>Manager Ken (YMCA):</a:t>
            </a:r>
            <a:endParaRPr sz="2400"/>
          </a:p>
          <a:p>
            <a:r>
              <a:rPr sz="2400"/>
              <a:t>- Educational sponsor and turning point</a:t>
            </a:r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Early Logic Gates (Choices)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Music:</a:t>
            </a:r>
            <a:endParaRPr sz="2400"/>
          </a:p>
          <a:p>
            <a:r>
              <a:rPr sz="2400"/>
              <a:t>- Discovered discipline and teamwork</a:t>
            </a:r>
            <a:endParaRPr sz="2400"/>
          </a:p>
          <a:p>
            <a:r>
              <a:rPr sz="2400"/>
              <a:t>- Competed up to National Music Festivals</a:t>
            </a:r>
            <a:endParaRPr sz="2400"/>
          </a:p>
          <a:p>
            <a:endParaRPr sz="2400"/>
          </a:p>
          <a:p>
            <a:r>
              <a:rPr sz="2400"/>
              <a:t>Football:</a:t>
            </a:r>
            <a:endParaRPr sz="2400"/>
          </a:p>
          <a:p>
            <a:r>
              <a:rPr sz="2400"/>
              <a:t>- Natural talent met criminal influence</a:t>
            </a:r>
            <a:endParaRPr sz="2400"/>
          </a:p>
          <a:p>
            <a:endParaRPr sz="2400"/>
          </a:p>
          <a:p>
            <a:r>
              <a:rPr sz="2400"/>
              <a:t>Critical Decision:</a:t>
            </a:r>
            <a:endParaRPr sz="2400"/>
          </a:p>
          <a:p>
            <a:r>
              <a:rPr sz="2400"/>
              <a:t>- Chose long-term survival over short-term passion</a:t>
            </a:r>
            <a:endParaRPr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Processing Phase: Mwaani Boys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/>
              <a:t>Transition:</a:t>
            </a:r>
            <a:endParaRPr sz="2800"/>
          </a:p>
          <a:p>
            <a:r>
              <a:rPr sz="2800"/>
              <a:t>- Moved from Kibra chaos to school structure</a:t>
            </a:r>
            <a:endParaRPr sz="2800"/>
          </a:p>
          <a:p>
            <a:endParaRPr sz="2800"/>
          </a:p>
          <a:p>
            <a:r>
              <a:rPr sz="2800"/>
              <a:t>Psychological Pressure:</a:t>
            </a:r>
            <a:endParaRPr sz="2800"/>
          </a:p>
          <a:p>
            <a:r>
              <a:rPr sz="2800"/>
              <a:t>- Sponsorship created fear of failure</a:t>
            </a:r>
            <a:endParaRPr sz="2800"/>
          </a:p>
          <a:p>
            <a:endParaRPr sz="2800"/>
          </a:p>
          <a:p>
            <a:r>
              <a:rPr sz="2800"/>
              <a:t>Identity Formation:</a:t>
            </a:r>
            <a:endParaRPr sz="2800"/>
          </a:p>
          <a:p>
            <a:r>
              <a:rPr sz="2800"/>
              <a:t>- Learned self-control, discipline, and adaptation</a:t>
            </a:r>
            <a:endParaRPr sz="2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Runtime Error: The Lost Year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/>
              <a:t>Cause:</a:t>
            </a:r>
            <a:endParaRPr sz="2800"/>
          </a:p>
          <a:p>
            <a:r>
              <a:rPr sz="2800"/>
              <a:t>- Mistook freedom at university for success</a:t>
            </a:r>
            <a:endParaRPr sz="2800"/>
          </a:p>
          <a:p>
            <a:endParaRPr sz="2800"/>
          </a:p>
          <a:p>
            <a:r>
              <a:rPr sz="2800"/>
              <a:t>Failure:</a:t>
            </a:r>
            <a:endParaRPr sz="2800"/>
          </a:p>
          <a:p>
            <a:r>
              <a:rPr sz="2800"/>
              <a:t>- Academic collapse and repetition of a year</a:t>
            </a:r>
            <a:endParaRPr sz="2800"/>
          </a:p>
          <a:p>
            <a:endParaRPr sz="2800"/>
          </a:p>
          <a:p>
            <a:r>
              <a:rPr sz="2800"/>
              <a:t>Impact:</a:t>
            </a:r>
            <a:endParaRPr sz="2800"/>
          </a:p>
          <a:p>
            <a:r>
              <a:rPr sz="2800"/>
              <a:t>- Shame, isolation, and deep self-reflection</a:t>
            </a:r>
            <a:endParaRPr sz="2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Debugging the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/>
              <a:t>Rebuilding Process:</a:t>
            </a:r>
            <a:endParaRPr sz="2800"/>
          </a:p>
          <a:p>
            <a:r>
              <a:rPr sz="2800"/>
              <a:t>- Relearned discipline and consistency</a:t>
            </a:r>
            <a:endParaRPr sz="2800"/>
          </a:p>
          <a:p>
            <a:endParaRPr sz="2800"/>
          </a:p>
          <a:p>
            <a:r>
              <a:rPr sz="2800"/>
              <a:t>Technical Awakening:</a:t>
            </a:r>
            <a:endParaRPr sz="2800"/>
          </a:p>
          <a:p>
            <a:r>
              <a:rPr sz="2800"/>
              <a:t>- Fell in love with coding and problem-solving</a:t>
            </a:r>
            <a:endParaRPr sz="2800"/>
          </a:p>
          <a:p>
            <a:endParaRPr sz="2800"/>
          </a:p>
          <a:p>
            <a:r>
              <a:rPr sz="2800"/>
              <a:t>Linux Discovery:</a:t>
            </a:r>
            <a:endParaRPr sz="2800"/>
          </a:p>
          <a:p>
            <a:r>
              <a:rPr sz="2800"/>
              <a:t>- Found order, logic, and fairness in systems</a:t>
            </a:r>
            <a:endParaRPr sz="2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Version (v4.0)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800"/>
              <a:t>Academic:</a:t>
            </a:r>
            <a:endParaRPr sz="2800"/>
          </a:p>
          <a:p>
            <a:r>
              <a:rPr sz="2800"/>
              <a:t>- Focused on Fullstack development transitioning to DevOps</a:t>
            </a:r>
            <a:endParaRPr sz="2800"/>
          </a:p>
          <a:p>
            <a:endParaRPr sz="2800"/>
          </a:p>
          <a:p>
            <a:r>
              <a:rPr sz="2800"/>
              <a:t>Personal:</a:t>
            </a:r>
            <a:endParaRPr sz="2800"/>
          </a:p>
          <a:p>
            <a:r>
              <a:rPr sz="2800"/>
              <a:t>- Introverted, disciplined, and ambition-driven</a:t>
            </a:r>
            <a:endParaRPr sz="2800"/>
          </a:p>
          <a:p>
            <a:endParaRPr sz="2800"/>
          </a:p>
          <a:p>
            <a:r>
              <a:rPr sz="2800"/>
              <a:t>Spiritual:</a:t>
            </a:r>
            <a:endParaRPr sz="2800"/>
          </a:p>
          <a:p>
            <a:r>
              <a:rPr sz="2800"/>
              <a:t>- Quiet faith rooted in gratitude, not performance</a:t>
            </a:r>
            <a:endParaRPr sz="2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800"/>
              <a:t>Career Goals:</a:t>
            </a:r>
            <a:endParaRPr sz="2800"/>
          </a:p>
          <a:p>
            <a:r>
              <a:rPr sz="2800"/>
              <a:t>- Become a high-impact DevOps Engineer</a:t>
            </a:r>
            <a:endParaRPr sz="2800"/>
          </a:p>
          <a:p>
            <a:endParaRPr sz="2800"/>
          </a:p>
          <a:p>
            <a:r>
              <a:rPr sz="2800"/>
              <a:t>Entrepreneurial Vision:</a:t>
            </a:r>
            <a:endParaRPr sz="2800"/>
          </a:p>
          <a:p>
            <a:r>
              <a:rPr sz="2800"/>
              <a:t>- Build scalable tech solutions and create jobs</a:t>
            </a:r>
            <a:endParaRPr sz="2800"/>
          </a:p>
          <a:p>
            <a:endParaRPr sz="2800"/>
          </a:p>
          <a:p>
            <a:r>
              <a:rPr sz="2800"/>
              <a:t>Legacy:</a:t>
            </a:r>
            <a:endParaRPr sz="2800"/>
          </a:p>
          <a:p>
            <a:r>
              <a:rPr sz="2800"/>
              <a:t>- Sponsor and mentor youth from informal settlements</a:t>
            </a:r>
            <a:endParaRPr sz="2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Execution Successful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800"/>
              <a:t>Key Realization:</a:t>
            </a:r>
            <a:endParaRPr sz="2800"/>
          </a:p>
          <a:p>
            <a:r>
              <a:rPr sz="2800"/>
              <a:t>- I am not self-made, but community-made</a:t>
            </a:r>
            <a:endParaRPr sz="2800"/>
          </a:p>
          <a:p>
            <a:endParaRPr sz="2800"/>
          </a:p>
          <a:p>
            <a:r>
              <a:rPr sz="2800"/>
              <a:t>Perspective:</a:t>
            </a:r>
            <a:endParaRPr sz="2800"/>
          </a:p>
          <a:p>
            <a:r>
              <a:rPr sz="2800"/>
              <a:t>- My past defines my starting point, not my limit</a:t>
            </a:r>
            <a:endParaRPr sz="2800"/>
          </a:p>
          <a:p>
            <a:endParaRPr sz="2800"/>
          </a:p>
          <a:p>
            <a:r>
              <a:rPr sz="2800"/>
              <a:t>Closing Thought:</a:t>
            </a:r>
            <a:endParaRPr sz="2800"/>
          </a:p>
          <a:p>
            <a:r>
              <a:rPr sz="2800"/>
              <a:t>- This is not the final version—just the most recent build</a:t>
            </a:r>
            <a:endParaRPr sz="2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2565</Words>
  <Application>WPS Presentation</Application>
  <PresentationFormat>On-screen Show (4:3)</PresentationFormat>
  <Paragraphs>134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The Algorithm of Resilience: From the Mud to the Cloud</vt:lpstr>
      <vt:lpstr>The Source Code</vt:lpstr>
      <vt:lpstr>Core System Variables</vt:lpstr>
      <vt:lpstr>Early Environment (Input)</vt:lpstr>
      <vt:lpstr>System Dependencies (My Heroes)</vt:lpstr>
      <vt:lpstr>Early Logic Gates (Choices)</vt:lpstr>
      <vt:lpstr>Processing Phase: Mwaani Boys</vt:lpstr>
      <vt:lpstr>Runtime Error: The Lost Year</vt:lpstr>
      <vt:lpstr>Debugging the Code</vt:lpstr>
      <vt:lpstr>Current Version (v4.0)</vt:lpstr>
      <vt:lpstr>Future Roadmap</vt:lpstr>
      <vt:lpstr>Execution Successful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USER</cp:lastModifiedBy>
  <cp:revision>2</cp:revision>
  <dcterms:created xsi:type="dcterms:W3CDTF">2013-01-27T09:14:00Z</dcterms:created>
  <dcterms:modified xsi:type="dcterms:W3CDTF">2026-01-11T05:34:37Z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C253C1F5AB744F1BB3FF8813F6207A48_12</vt:lpwstr>
  </property>
  <property fmtid="{D5CDD505-2E9C-101B-9397-08002B2CF9AE}" pid="3" name="KSOProductBuildVer">
    <vt:lpwstr>1033-12.2.0.23196</vt:lpwstr>
  </property>
</Properties>
</file>